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4246" r:id="rId3"/>
    <p:sldId id="4333" r:id="rId5"/>
    <p:sldId id="4341" r:id="rId6"/>
    <p:sldId id="4308" r:id="rId7"/>
    <p:sldId id="4340" r:id="rId8"/>
    <p:sldId id="4326" r:id="rId9"/>
    <p:sldId id="4320" r:id="rId10"/>
    <p:sldId id="4335" r:id="rId11"/>
    <p:sldId id="4331" r:id="rId12"/>
    <p:sldId id="4336" r:id="rId13"/>
    <p:sldId id="4328" r:id="rId14"/>
    <p:sldId id="4329" r:id="rId15"/>
    <p:sldId id="4330" r:id="rId16"/>
    <p:sldId id="4337" r:id="rId17"/>
    <p:sldId id="4338" r:id="rId18"/>
    <p:sldId id="4339" r:id="rId19"/>
    <p:sldId id="4262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